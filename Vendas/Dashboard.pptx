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2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BD715-2067-C531-CA84-3FDC4F199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03ABD6-7563-3442-E7F0-2A1DCF300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243FE-300E-9219-8B22-C46B41DD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A499B-AE24-F637-8A34-B2AE878E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83971-F818-2F36-B6D4-C6E5689F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97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AC618-058D-37D7-FE07-E69F115D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B7AC9C-548F-985B-DB44-63F7C475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A892C6-FDB8-E51E-50C3-AB48F133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05BE9-AC9D-3CDA-4E4E-46411382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DD9543-4411-73AC-63F1-79BD8C77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44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980F7-12D0-04D8-8708-78882E5F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0B5AD0-4276-4AFF-F80E-3D3A46C44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1E75B9-C3BD-9F46-61D1-5A3C8647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6DF94-1BB5-A9BC-361C-8F299B0F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42929B-A866-4FCC-501A-D449151D1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47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22A35-5EF7-4EE4-9224-394B51D9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F703B-174D-28A7-5C68-4CA8AC02A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C6F589-4136-2AA8-1D1A-4CB9DC10A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4B392B-3A10-8154-A25E-BB18CDE4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91208D-BDDB-4643-9415-683253BE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C4A51A-E3F4-1A1C-565C-2BD5AE1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96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BBAA2-8DC0-0934-8F7C-AD68FF33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5DE103-1B2A-822E-083E-BD639130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6C4C94-1B60-FEA7-C6BB-6337EB9F1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F313BA-26F4-1369-0158-4265C6DD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97D677-C017-D78F-6FF8-AEC1D696A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1892159-0933-D284-7108-568DB05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8A167E-28F9-7AA9-3351-70C87D05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C80E13-A440-1C48-7CE0-9A9A48AC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35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6F705-F067-7431-7D55-8CC26BC0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C7F8B3-94E1-DA20-22BB-B4BCF4B8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FD19DC-DB76-55FE-C5E1-E6E4A3C1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A01135-0F99-7902-10AD-FE436778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1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30770E-8F35-747A-3EF1-1A4B5FA9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9D83A6-E8D9-9871-9A8A-45BEA68C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6EEA14-F612-781E-6DAF-F612D471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77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7F0C4-34DB-6AEA-77A0-DFDB2C94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9E13D-F0DE-9EB1-DBDA-4E910AB5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238CFD-9596-1393-9447-AC97F3CD9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E8D87F-B54A-5835-6E0D-DA7822E6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B1597A-7988-417F-88CB-C3FE7072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DB4C10-BADC-05AF-71D5-E978B991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60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FCCBA-470D-19FF-215A-CC31EE42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F4CEF4-9EE0-6AC5-251C-9AC5C077F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6A4462-38FC-586D-6C15-F4F46073C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E0EA1-6B61-097E-3357-31FB143FD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55CF36-B557-C906-8BA6-BD71966E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75D802-8566-4E5A-7238-2882D20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66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26FF5-3B67-4184-A356-298E3693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518B2D-241E-51BB-BC73-468A4A789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14CC44-F63B-1E29-9479-4B1D4631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DFFCC-FBDA-E2D7-0009-5554CD04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DEF37-9987-7052-A3CC-4D00D140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32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FA2186-09EF-DA4E-FB56-256A70C45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B6F1BE-64FA-5113-CC5A-54C4A6701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7777B-AB5B-E4AC-69C8-0CCAB1F9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3EA12A-0EB0-36BA-8D5C-0743FE28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A72C1B-F082-D0A3-27C2-13755A11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23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88B4F2-DBC0-BC97-62F3-09729C7F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3C1A40-1154-8624-E8EA-23532BA0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E6BF7-79B6-0947-A044-291FB8BED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8E85A-8694-4941-B5EB-1DB501A3E94F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2DBEDE-5B0D-B1A5-2873-4B7EC39F3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29439-3ED3-85DA-462E-0C2CDCE17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47842-C834-4C6F-93BE-6129BAE2F7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40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2A6AC4E-B335-6811-7311-C8EFDBAF174E}"/>
              </a:ext>
            </a:extLst>
          </p:cNvPr>
          <p:cNvSpPr/>
          <p:nvPr/>
        </p:nvSpPr>
        <p:spPr>
          <a:xfrm>
            <a:off x="0" y="0"/>
            <a:ext cx="65151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870A7C-60AC-AC9D-9462-55565D72ED11}"/>
              </a:ext>
            </a:extLst>
          </p:cNvPr>
          <p:cNvSpPr txBox="1"/>
          <p:nvPr/>
        </p:nvSpPr>
        <p:spPr>
          <a:xfrm>
            <a:off x="651510" y="74039"/>
            <a:ext cx="34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Vendas</a:t>
            </a:r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FBCC7D2D-6E55-72B0-4C6F-4DA3F1579A61}"/>
              </a:ext>
            </a:extLst>
          </p:cNvPr>
          <p:cNvSpPr/>
          <p:nvPr/>
        </p:nvSpPr>
        <p:spPr>
          <a:xfrm>
            <a:off x="834994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lt1"/>
              </a:solidFill>
            </a:endParaRP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952708F1-817E-0CE9-FC17-6526DC5BCDF9}"/>
              </a:ext>
            </a:extLst>
          </p:cNvPr>
          <p:cNvSpPr/>
          <p:nvPr/>
        </p:nvSpPr>
        <p:spPr>
          <a:xfrm>
            <a:off x="2968583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A58F7AC3-BA43-85C8-A774-F280320A8FF7}"/>
              </a:ext>
            </a:extLst>
          </p:cNvPr>
          <p:cNvSpPr/>
          <p:nvPr/>
        </p:nvSpPr>
        <p:spPr>
          <a:xfrm>
            <a:off x="5102172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1D851A2F-FB5D-655A-7A49-562EC40D7428}"/>
              </a:ext>
            </a:extLst>
          </p:cNvPr>
          <p:cNvSpPr/>
          <p:nvPr/>
        </p:nvSpPr>
        <p:spPr>
          <a:xfrm>
            <a:off x="7235761" y="567080"/>
            <a:ext cx="1949440" cy="899770"/>
          </a:xfrm>
          <a:prstGeom prst="roundRect">
            <a:avLst>
              <a:gd name="adj" fmla="val 8947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1B4B6F39-FF39-67E2-10E2-4B635922AD67}"/>
              </a:ext>
            </a:extLst>
          </p:cNvPr>
          <p:cNvSpPr/>
          <p:nvPr/>
        </p:nvSpPr>
        <p:spPr>
          <a:xfrm>
            <a:off x="7292911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54" name="Image 1" descr=" ">
            <a:extLst>
              <a:ext uri="{FF2B5EF4-FFF2-40B4-BE49-F238E27FC236}">
                <a16:creationId xmlns:a16="http://schemas.microsoft.com/office/drawing/2014/main" id="{D5A49F80-0EB0-2DAB-EB32-EB115F8D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6702" y="652296"/>
            <a:ext cx="581270" cy="494070"/>
          </a:xfrm>
          <a:prstGeom prst="rect">
            <a:avLst/>
          </a:prstGeom>
        </p:spPr>
      </p:pic>
      <p:pic>
        <p:nvPicPr>
          <p:cNvPr id="55" name="Image 2" descr=" ">
            <a:extLst>
              <a:ext uri="{FF2B5EF4-FFF2-40B4-BE49-F238E27FC236}">
                <a16:creationId xmlns:a16="http://schemas.microsoft.com/office/drawing/2014/main" id="{AE78FBBF-1B0F-4D8F-E31D-DD01D14B5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5041" y="813736"/>
            <a:ext cx="226057" cy="161451"/>
          </a:xfrm>
          <a:prstGeom prst="rect">
            <a:avLst/>
          </a:prstGeom>
        </p:spPr>
      </p:pic>
      <p:pic>
        <p:nvPicPr>
          <p:cNvPr id="56" name="Image 3" descr=" ">
            <a:extLst>
              <a:ext uri="{FF2B5EF4-FFF2-40B4-BE49-F238E27FC236}">
                <a16:creationId xmlns:a16="http://schemas.microsoft.com/office/drawing/2014/main" id="{1844C0C3-4131-86A7-F195-13B90E933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505" y="567080"/>
            <a:ext cx="775022" cy="774928"/>
          </a:xfrm>
          <a:prstGeom prst="rect">
            <a:avLst/>
          </a:prstGeom>
        </p:spPr>
      </p:pic>
      <p:pic>
        <p:nvPicPr>
          <p:cNvPr id="57" name="Image 4" descr=" ">
            <a:extLst>
              <a:ext uri="{FF2B5EF4-FFF2-40B4-BE49-F238E27FC236}">
                <a16:creationId xmlns:a16="http://schemas.microsoft.com/office/drawing/2014/main" id="{88E50133-01AC-4823-0897-D918685B24B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09738" y="575888"/>
            <a:ext cx="775022" cy="774928"/>
          </a:xfrm>
          <a:prstGeom prst="rect">
            <a:avLst/>
          </a:prstGeom>
        </p:spPr>
      </p:pic>
      <p:pic>
        <p:nvPicPr>
          <p:cNvPr id="58" name="Image 5" descr=" ">
            <a:extLst>
              <a:ext uri="{FF2B5EF4-FFF2-40B4-BE49-F238E27FC236}">
                <a16:creationId xmlns:a16="http://schemas.microsoft.com/office/drawing/2014/main" id="{2B63BA77-FEDA-3F3B-5987-9DA5DCB45F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16" y="548288"/>
            <a:ext cx="775022" cy="774928"/>
          </a:xfrm>
          <a:prstGeom prst="rect">
            <a:avLst/>
          </a:prstGeom>
        </p:spPr>
      </p:pic>
      <p:sp>
        <p:nvSpPr>
          <p:cNvPr id="59" name="Shape 11">
            <a:extLst>
              <a:ext uri="{FF2B5EF4-FFF2-40B4-BE49-F238E27FC236}">
                <a16:creationId xmlns:a16="http://schemas.microsoft.com/office/drawing/2014/main" id="{8FBD7DF2-48D2-8478-2223-59C7D33D9010}"/>
              </a:ext>
            </a:extLst>
          </p:cNvPr>
          <p:cNvSpPr/>
          <p:nvPr/>
        </p:nvSpPr>
        <p:spPr>
          <a:xfrm>
            <a:off x="898494" y="630572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AB9313EC-14BA-DEDE-7AA5-F17ABB410F53}"/>
              </a:ext>
            </a:extLst>
          </p:cNvPr>
          <p:cNvSpPr/>
          <p:nvPr/>
        </p:nvSpPr>
        <p:spPr>
          <a:xfrm>
            <a:off x="3025733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45BE6A7B-70B4-C40C-E540-273173E4D0FF}"/>
              </a:ext>
            </a:extLst>
          </p:cNvPr>
          <p:cNvSpPr/>
          <p:nvPr/>
        </p:nvSpPr>
        <p:spPr>
          <a:xfrm>
            <a:off x="5159322" y="636921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62" name="Image 6" descr=" ">
            <a:extLst>
              <a:ext uri="{FF2B5EF4-FFF2-40B4-BE49-F238E27FC236}">
                <a16:creationId xmlns:a16="http://schemas.microsoft.com/office/drawing/2014/main" id="{90D05627-2164-617A-09D3-2A0C43FF7B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543" y="655969"/>
            <a:ext cx="172392" cy="172365"/>
          </a:xfrm>
          <a:prstGeom prst="rect">
            <a:avLst/>
          </a:prstGeom>
        </p:spPr>
      </p:pic>
      <p:pic>
        <p:nvPicPr>
          <p:cNvPr id="63" name="Image 7" descr=" ">
            <a:extLst>
              <a:ext uri="{FF2B5EF4-FFF2-40B4-BE49-F238E27FC236}">
                <a16:creationId xmlns:a16="http://schemas.microsoft.com/office/drawing/2014/main" id="{78262CF8-EB78-7EB9-F6BF-99BDFD9407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72676" y="677515"/>
            <a:ext cx="129294" cy="112444"/>
          </a:xfrm>
          <a:prstGeom prst="rect">
            <a:avLst/>
          </a:prstGeom>
        </p:spPr>
      </p:pic>
      <p:pic>
        <p:nvPicPr>
          <p:cNvPr id="64" name="Image 9" descr=" ">
            <a:extLst>
              <a:ext uri="{FF2B5EF4-FFF2-40B4-BE49-F238E27FC236}">
                <a16:creationId xmlns:a16="http://schemas.microsoft.com/office/drawing/2014/main" id="{946A0330-AF79-2F1E-6A45-C7B8634532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8310" y="655969"/>
            <a:ext cx="172392" cy="172365"/>
          </a:xfrm>
          <a:prstGeom prst="rect">
            <a:avLst/>
          </a:prstGeom>
        </p:spPr>
      </p:pic>
      <p:pic>
        <p:nvPicPr>
          <p:cNvPr id="65" name="Image 10" descr=" ">
            <a:extLst>
              <a:ext uri="{FF2B5EF4-FFF2-40B4-BE49-F238E27FC236}">
                <a16:creationId xmlns:a16="http://schemas.microsoft.com/office/drawing/2014/main" id="{0235D534-543F-6DB4-4324-83D544FDAC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4721" y="655969"/>
            <a:ext cx="172392" cy="172365"/>
          </a:xfrm>
          <a:prstGeom prst="rect">
            <a:avLst/>
          </a:prstGeom>
        </p:spPr>
      </p:pic>
      <p:pic>
        <p:nvPicPr>
          <p:cNvPr id="66" name="Image 8" descr=" ">
            <a:extLst>
              <a:ext uri="{FF2B5EF4-FFF2-40B4-BE49-F238E27FC236}">
                <a16:creationId xmlns:a16="http://schemas.microsoft.com/office/drawing/2014/main" id="{F3ECE67B-828A-FBF1-72A3-C7F31A3F7B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32845" y="719371"/>
            <a:ext cx="43098" cy="28732"/>
          </a:xfrm>
          <a:prstGeom prst="rect">
            <a:avLst/>
          </a:prstGeom>
        </p:spPr>
      </p:pic>
      <p:sp>
        <p:nvSpPr>
          <p:cNvPr id="67" name="Shape 3">
            <a:extLst>
              <a:ext uri="{FF2B5EF4-FFF2-40B4-BE49-F238E27FC236}">
                <a16:creationId xmlns:a16="http://schemas.microsoft.com/office/drawing/2014/main" id="{9C2EBBFF-7866-6B00-3A17-ECB04CBB162E}"/>
              </a:ext>
            </a:extLst>
          </p:cNvPr>
          <p:cNvSpPr/>
          <p:nvPr/>
        </p:nvSpPr>
        <p:spPr>
          <a:xfrm>
            <a:off x="9449164" y="575888"/>
            <a:ext cx="2431297" cy="1093516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8" name="Shape 1">
            <a:extLst>
              <a:ext uri="{FF2B5EF4-FFF2-40B4-BE49-F238E27FC236}">
                <a16:creationId xmlns:a16="http://schemas.microsoft.com/office/drawing/2014/main" id="{F1E97726-F613-816C-F994-C275B1577335}"/>
              </a:ext>
            </a:extLst>
          </p:cNvPr>
          <p:cNvSpPr/>
          <p:nvPr/>
        </p:nvSpPr>
        <p:spPr>
          <a:xfrm>
            <a:off x="958845" y="1895964"/>
            <a:ext cx="7575511" cy="2263273"/>
          </a:xfrm>
          <a:prstGeom prst="roundRect">
            <a:avLst>
              <a:gd name="adj" fmla="val 4408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568BDCE2-7602-A6A4-CACC-945DAC75BFC9}"/>
              </a:ext>
            </a:extLst>
          </p:cNvPr>
          <p:cNvSpPr/>
          <p:nvPr/>
        </p:nvSpPr>
        <p:spPr>
          <a:xfrm>
            <a:off x="958846" y="4355616"/>
            <a:ext cx="7575510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0" name="Shape 3">
            <a:extLst>
              <a:ext uri="{FF2B5EF4-FFF2-40B4-BE49-F238E27FC236}">
                <a16:creationId xmlns:a16="http://schemas.microsoft.com/office/drawing/2014/main" id="{BB99322B-AF17-0E13-D01B-5F02BE3BCA98}"/>
              </a:ext>
            </a:extLst>
          </p:cNvPr>
          <p:cNvSpPr/>
          <p:nvPr/>
        </p:nvSpPr>
        <p:spPr>
          <a:xfrm>
            <a:off x="8732171" y="1897199"/>
            <a:ext cx="3234016" cy="223062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1" name="Shape 3">
            <a:extLst>
              <a:ext uri="{FF2B5EF4-FFF2-40B4-BE49-F238E27FC236}">
                <a16:creationId xmlns:a16="http://schemas.microsoft.com/office/drawing/2014/main" id="{76D1116D-DCD2-3EFF-53ED-3CD8E42C7920}"/>
              </a:ext>
            </a:extLst>
          </p:cNvPr>
          <p:cNvSpPr/>
          <p:nvPr/>
        </p:nvSpPr>
        <p:spPr>
          <a:xfrm>
            <a:off x="8732171" y="4355616"/>
            <a:ext cx="3234016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B1085834-F75B-0D15-D997-8E4CEA197CDD}"/>
              </a:ext>
            </a:extLst>
          </p:cNvPr>
          <p:cNvSpPr/>
          <p:nvPr/>
        </p:nvSpPr>
        <p:spPr>
          <a:xfrm>
            <a:off x="1003739" y="1897199"/>
            <a:ext cx="7575511" cy="2263273"/>
          </a:xfrm>
          <a:prstGeom prst="roundRect">
            <a:avLst>
              <a:gd name="adj" fmla="val 4408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3" name="Shape 3">
            <a:extLst>
              <a:ext uri="{FF2B5EF4-FFF2-40B4-BE49-F238E27FC236}">
                <a16:creationId xmlns:a16="http://schemas.microsoft.com/office/drawing/2014/main" id="{77DFEA3B-017E-5D22-E914-45E64A8D75DC}"/>
              </a:ext>
            </a:extLst>
          </p:cNvPr>
          <p:cNvSpPr/>
          <p:nvPr/>
        </p:nvSpPr>
        <p:spPr>
          <a:xfrm>
            <a:off x="1003740" y="4356851"/>
            <a:ext cx="7575510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74" name="Shape 3">
            <a:extLst>
              <a:ext uri="{FF2B5EF4-FFF2-40B4-BE49-F238E27FC236}">
                <a16:creationId xmlns:a16="http://schemas.microsoft.com/office/drawing/2014/main" id="{0636E1B9-A500-DEFB-83DE-8DA51FFB0923}"/>
              </a:ext>
            </a:extLst>
          </p:cNvPr>
          <p:cNvSpPr/>
          <p:nvPr/>
        </p:nvSpPr>
        <p:spPr>
          <a:xfrm>
            <a:off x="8777065" y="4356851"/>
            <a:ext cx="3234016" cy="2305112"/>
          </a:xfrm>
          <a:prstGeom prst="roundRect">
            <a:avLst>
              <a:gd name="adj" fmla="val 4667"/>
            </a:avLst>
          </a:prstGeom>
          <a:solidFill>
            <a:schemeClr val="tx1">
              <a:lumMod val="65000"/>
              <a:lumOff val="3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76" name="Imagem 75" descr="Ícone&#10;&#10;O conteúdo gerado por IA pode estar incorreto.">
            <a:extLst>
              <a:ext uri="{FF2B5EF4-FFF2-40B4-BE49-F238E27FC236}">
                <a16:creationId xmlns:a16="http://schemas.microsoft.com/office/drawing/2014/main" id="{868FBC92-C20F-1F22-765B-C13DBA1B9C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494" y="-124017"/>
            <a:ext cx="997461" cy="997461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06523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Windcraft</dc:creator>
  <cp:lastModifiedBy>Windcraft</cp:lastModifiedBy>
  <cp:revision>1</cp:revision>
  <dcterms:created xsi:type="dcterms:W3CDTF">2026-02-20T12:26:46Z</dcterms:created>
  <dcterms:modified xsi:type="dcterms:W3CDTF">2026-02-20T12:44:31Z</dcterms:modified>
</cp:coreProperties>
</file>